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470" r:id="rId2"/>
  </p:sldIdLst>
  <p:sldSz cx="12192000" cy="6858000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yung Sup Shin [ICQA]" initials="MSS[" lastIdx="1" clrIdx="0">
    <p:extLst>
      <p:ext uri="{19B8F6BF-5375-455C-9EA6-DF929625EA0E}">
        <p15:presenceInfo xmlns:p15="http://schemas.microsoft.com/office/powerpoint/2012/main" userId="0ab1c5fc-b091-4ed8-ba00-c094cdecdce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09" autoAdjust="0"/>
    <p:restoredTop sz="94648"/>
  </p:normalViewPr>
  <p:slideViewPr>
    <p:cSldViewPr snapToGrid="0" snapToObjects="1">
      <p:cViewPr varScale="1">
        <p:scale>
          <a:sx n="90" d="100"/>
          <a:sy n="90" d="100"/>
        </p:scale>
        <p:origin x="10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1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6C074C-B959-496F-BC26-FC422DE9A6F3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8376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1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1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2A22D1-08EC-4B1B-B597-C51B4536E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251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C3DA7-B040-6347-A7E1-3FD7994BB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EFB807-2FAD-B342-AB13-C61FBCC2D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15A7DB-826D-F24A-B129-3BDDC8529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E93C-0E58-5246-B3A4-0F98F8344643}" type="datetimeFigureOut">
              <a:rPr kumimoji="1" lang="ko-KR" altLang="en-US" smtClean="0"/>
              <a:t>2026-02-09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9186C6-26ED-F944-9FE4-226CE49EB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F4D595-271C-974B-98E5-7D0A7616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D9C-C43E-8544-984B-1DC8DABBC156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629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0B1561-01AE-4A4D-957D-BACD0C559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BAF3ED-5EDD-F545-BE52-7771C888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CE07E1-88F8-644F-B0AD-E570239A1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E93C-0E58-5246-B3A4-0F98F8344643}" type="datetimeFigureOut">
              <a:rPr kumimoji="1" lang="ko-KR" altLang="en-US" smtClean="0"/>
              <a:t>2026-02-09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77AE39-92B8-F143-B944-EC030554A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C174F2-7DD0-DB42-9B5C-7FC3331A8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D9C-C43E-8544-984B-1DC8DABBC156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0841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11173-582E-FD49-8D9F-96A220958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A3577A-DD97-5B4C-81C9-948641051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34E900-4C68-5441-8502-CAF30CCAE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E93C-0E58-5246-B3A4-0F98F8344643}" type="datetimeFigureOut">
              <a:rPr kumimoji="1" lang="ko-KR" altLang="en-US" smtClean="0"/>
              <a:t>2026-02-09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1C11DE-4FC5-FE42-A8CF-310077B1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A5712C-7CA2-FE4A-B8D1-C154F15B8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D9C-C43E-8544-984B-1DC8DABBC156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759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278AF3-1631-454B-9221-C3E1520D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634A41-9708-254B-9741-2BE5EFAD4C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184BD4-C523-C847-8564-120937172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0BE755-2E65-B141-870E-8E4E10E02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E93C-0E58-5246-B3A4-0F98F8344643}" type="datetimeFigureOut">
              <a:rPr kumimoji="1" lang="ko-KR" altLang="en-US" smtClean="0"/>
              <a:t>2026-02-09</a:t>
            </a:fld>
            <a:endParaRPr kumimoji="1"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602AEA-1C6F-074E-BC6E-F3430102E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A6458A-A296-064B-B033-D8970CF1A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D9C-C43E-8544-984B-1DC8DABBC156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1540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15BDF2-EA14-814B-9E83-0F1BE42FC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8B6549-0D5C-AF49-B475-64178568A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85A03A-3674-FE47-BE1A-9CD79C679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73E7D6-1A54-1747-8B4F-F9F26B4F30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4507CE-3513-E243-980E-AE037ECE5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6833E79-BB11-8C45-A876-B2845653B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E93C-0E58-5246-B3A4-0F98F8344643}" type="datetimeFigureOut">
              <a:rPr kumimoji="1" lang="ko-KR" altLang="en-US" smtClean="0"/>
              <a:t>2026-02-09</a:t>
            </a:fld>
            <a:endParaRPr kumimoji="1"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369BC0E-9FC1-624C-AA08-92431615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2B9C3B-7830-BC4A-B6AF-29A87C344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D9C-C43E-8544-984B-1DC8DABBC156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7882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AD26D6-A2CE-2744-B82A-E7363E0CD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1E62AE-AAE8-B447-A577-8D117E435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E93C-0E58-5246-B3A4-0F98F8344643}" type="datetimeFigureOut">
              <a:rPr kumimoji="1" lang="ko-KR" altLang="en-US" smtClean="0"/>
              <a:t>2026-02-09</a:t>
            </a:fld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4D83D7-6017-784B-9182-4CB95FB8A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F3BFEC-B6C2-0249-82D8-FD7F1AC7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D9C-C43E-8544-984B-1DC8DABBC156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88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BB31C4-8BA3-EB4E-819D-DAD5A8BCB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E93C-0E58-5246-B3A4-0F98F8344643}" type="datetimeFigureOut">
              <a:rPr kumimoji="1" lang="ko-KR" altLang="en-US" smtClean="0"/>
              <a:t>2026-02-09</a:t>
            </a:fld>
            <a:endParaRPr kumimoji="1"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348C1-6DE9-5540-9042-CBEB8868A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FA3738-6C13-7B49-9683-3E3FEE34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D9C-C43E-8544-984B-1DC8DABBC156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4025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D9AC74-E9BC-EA4B-88B4-63478B4F1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D6A5AC-770B-8F49-A344-8050CFDC5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C5B734-AB62-1C45-9344-BDAB33BFAA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0C0402-D878-D842-9FAA-81BCEBA17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E93C-0E58-5246-B3A4-0F98F8344643}" type="datetimeFigureOut">
              <a:rPr kumimoji="1" lang="ko-KR" altLang="en-US" smtClean="0"/>
              <a:t>2026-02-09</a:t>
            </a:fld>
            <a:endParaRPr kumimoji="1"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6038A3-07BE-424F-9C39-A384817B8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49B0A5-7E82-F844-A9C4-6DD3015E4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D9C-C43E-8544-984B-1DC8DABBC156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910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0141F5-35AE-4D42-8DA2-287E9EADB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B35DBA-92B1-6347-A832-B0D662F2D7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61029F-8DC2-5341-9222-34E8863AB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0FC1D5-99AD-9D44-ACBE-8CED459AB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E93C-0E58-5246-B3A4-0F98F8344643}" type="datetimeFigureOut">
              <a:rPr kumimoji="1" lang="ko-KR" altLang="en-US" smtClean="0"/>
              <a:t>2026-02-09</a:t>
            </a:fld>
            <a:endParaRPr kumimoji="1"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E0135E-7472-C946-A998-951C1D6A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659E17-ABFD-ED40-94D3-4B04E18A0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D9C-C43E-8544-984B-1DC8DABBC156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6870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833BEB-1432-CA49-989F-71DE5AA8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AD1F8FF-D036-B046-9F57-C400268BE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69AE92-3FE3-D240-B979-8643F0BE1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E93C-0E58-5246-B3A4-0F98F8344643}" type="datetimeFigureOut">
              <a:rPr kumimoji="1" lang="ko-KR" altLang="en-US" smtClean="0"/>
              <a:t>2026-02-09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8F57C7-1B38-2046-BE85-500E49EA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FF49AD-7604-1C42-B727-4EDDA0F60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D9C-C43E-8544-984B-1DC8DABBC156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4715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B93AB4-9CC3-FE41-86A2-4800B3C360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C49F46-A154-8040-B197-87BEAC457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8025AD-BDF5-5549-9E17-0784B7AB1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E93C-0E58-5246-B3A4-0F98F8344643}" type="datetimeFigureOut">
              <a:rPr kumimoji="1" lang="ko-KR" altLang="en-US" smtClean="0"/>
              <a:t>2026-02-09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FA5B7E-63D4-1548-9632-C4F835D7D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38343-7DC3-D842-B42E-EFC0D4634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D9C-C43E-8544-984B-1DC8DABBC156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0329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0AB2750-6CE4-0749-BBBE-1CD676AB3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434050-0A20-5946-BAA7-69702D73A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B5ADD7-C0AC-F440-810A-19A9814D8D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6E93C-0E58-5246-B3A4-0F98F8344643}" type="datetimeFigureOut">
              <a:rPr kumimoji="1" lang="ko-KR" altLang="en-US" smtClean="0"/>
              <a:t>2026-02-09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36D381-1BCB-FA42-86D2-1069419F0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9891BE-5D36-0444-89A1-4490A4AA1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65D9C-C43E-8544-984B-1DC8DABBC156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855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3070D-2CAF-BF96-0AD2-8C8B6AA1B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F186CB-00CC-750B-628E-B6AB5F32ECAF}"/>
              </a:ext>
            </a:extLst>
          </p:cNvPr>
          <p:cNvSpPr/>
          <p:nvPr/>
        </p:nvSpPr>
        <p:spPr>
          <a:xfrm>
            <a:off x="1847528" y="692696"/>
            <a:ext cx="8496944" cy="61653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81F9D8-7E2C-6767-1ADF-DC6D7E19DF37}"/>
              </a:ext>
            </a:extLst>
          </p:cNvPr>
          <p:cNvSpPr txBox="1"/>
          <p:nvPr/>
        </p:nvSpPr>
        <p:spPr>
          <a:xfrm>
            <a:off x="1569911" y="100531"/>
            <a:ext cx="9052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u="sng" dirty="0"/>
              <a:t>쿠팡 파렛트 적재리스트 </a:t>
            </a:r>
            <a:r>
              <a:rPr lang="en-US" altLang="ko-KR" sz="2400" b="1" u="sng" dirty="0"/>
              <a:t>(</a:t>
            </a:r>
            <a:r>
              <a:rPr lang="ko-KR" altLang="en-US" sz="2400" b="1" u="sng" dirty="0"/>
              <a:t>일반</a:t>
            </a:r>
            <a:r>
              <a:rPr lang="en-US" altLang="ko-KR" sz="2400" b="1" u="sng" dirty="0"/>
              <a:t>)</a:t>
            </a:r>
            <a:endParaRPr lang="ko-KR" altLang="en-US" sz="2400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846586-9374-6621-5F2B-0FD9D8447058}"/>
              </a:ext>
            </a:extLst>
          </p:cNvPr>
          <p:cNvSpPr txBox="1"/>
          <p:nvPr/>
        </p:nvSpPr>
        <p:spPr>
          <a:xfrm>
            <a:off x="1991544" y="815468"/>
            <a:ext cx="806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b="1" dirty="0"/>
              <a:t>-</a:t>
            </a:r>
            <a:r>
              <a:rPr kumimoji="1" lang="ko-KR" altLang="en-US" sz="1400" b="1" dirty="0">
                <a:solidFill>
                  <a:schemeClr val="bg1">
                    <a:lumMod val="65000"/>
                  </a:schemeClr>
                </a:solidFill>
              </a:rPr>
              <a:t>                     </a:t>
            </a:r>
            <a:r>
              <a:rPr kumimoji="1" lang="en-US" altLang="ko-KR" sz="2000" b="1" dirty="0"/>
              <a:t>/</a:t>
            </a:r>
            <a:r>
              <a:rPr kumimoji="1" lang="ko-KR" altLang="en-US" sz="2000" b="1" dirty="0"/>
              <a:t> 총 박스수량 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     </a:t>
            </a:r>
            <a:r>
              <a:rPr kumimoji="1" lang="en-US" altLang="ko-KR" sz="2000" b="1" dirty="0"/>
              <a:t>    </a:t>
            </a:r>
            <a:r>
              <a:rPr kumimoji="1" lang="ko-KR" altLang="en-US" sz="2000" b="1" dirty="0"/>
              <a:t> </a:t>
            </a:r>
            <a:r>
              <a:rPr kumimoji="1" lang="en-US" altLang="ko-KR" sz="2000" b="1" dirty="0"/>
              <a:t> BOX)</a:t>
            </a:r>
            <a:endParaRPr kumimoji="1" lang="ko-KR" altLang="en-US" sz="2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2EFB2E-3D19-75B1-5747-5EECAD930B6E}"/>
              </a:ext>
            </a:extLst>
          </p:cNvPr>
          <p:cNvSpPr txBox="1"/>
          <p:nvPr/>
        </p:nvSpPr>
        <p:spPr>
          <a:xfrm>
            <a:off x="1991544" y="1268761"/>
            <a:ext cx="806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/>
              <a:t>입고예정일자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     월</a:t>
            </a:r>
            <a:r>
              <a:rPr kumimoji="1" lang="en-US" altLang="ko-KR" sz="2000" b="1" dirty="0"/>
              <a:t> </a:t>
            </a:r>
            <a:r>
              <a:rPr kumimoji="1" lang="ko-KR" altLang="en-US" sz="2000" b="1" dirty="0"/>
              <a:t>     일  </a:t>
            </a:r>
            <a:r>
              <a:rPr kumimoji="1" lang="en-US" altLang="ko-KR" sz="2000" b="1" dirty="0"/>
              <a:t>)</a:t>
            </a:r>
            <a:r>
              <a:rPr kumimoji="1" lang="ko-KR" altLang="en-US" sz="2000" b="1" dirty="0"/>
              <a:t>   </a:t>
            </a:r>
            <a:r>
              <a:rPr kumimoji="1" lang="en-US" altLang="ko-KR" sz="2000" b="1" dirty="0"/>
              <a:t>/</a:t>
            </a:r>
            <a:r>
              <a:rPr kumimoji="1" lang="ko-KR" altLang="en-US" sz="2000" b="1" dirty="0"/>
              <a:t> 납품센터명 </a:t>
            </a:r>
            <a:r>
              <a:rPr kumimoji="1" lang="en-US" altLang="ko-KR" sz="2000" b="1" dirty="0"/>
              <a:t>(  </a:t>
            </a:r>
            <a:r>
              <a:rPr kumimoji="1" lang="ko-KR" altLang="en-US" sz="2000" b="1" dirty="0"/>
              <a:t>센터</a:t>
            </a:r>
            <a:r>
              <a:rPr kumimoji="1" lang="en-US" altLang="ko-KR" sz="2000" b="1" dirty="0"/>
              <a:t>)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7B2EADA-90C0-A156-CC13-A7C22A425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827367"/>
              </p:ext>
            </p:extLst>
          </p:nvPr>
        </p:nvGraphicFramePr>
        <p:xfrm>
          <a:off x="1986505" y="2311892"/>
          <a:ext cx="8202232" cy="28921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948">
                  <a:extLst>
                    <a:ext uri="{9D8B030D-6E8A-4147-A177-3AD203B41FA5}">
                      <a16:colId xmlns:a16="http://schemas.microsoft.com/office/drawing/2014/main" val="195056206"/>
                    </a:ext>
                  </a:extLst>
                </a:gridCol>
                <a:gridCol w="1187072">
                  <a:extLst>
                    <a:ext uri="{9D8B030D-6E8A-4147-A177-3AD203B41FA5}">
                      <a16:colId xmlns:a16="http://schemas.microsoft.com/office/drawing/2014/main" val="3391094802"/>
                    </a:ext>
                  </a:extLst>
                </a:gridCol>
                <a:gridCol w="2295545">
                  <a:extLst>
                    <a:ext uri="{9D8B030D-6E8A-4147-A177-3AD203B41FA5}">
                      <a16:colId xmlns:a16="http://schemas.microsoft.com/office/drawing/2014/main" val="479056328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274387879"/>
                    </a:ext>
                  </a:extLst>
                </a:gridCol>
                <a:gridCol w="1538039">
                  <a:extLst>
                    <a:ext uri="{9D8B030D-6E8A-4147-A177-3AD203B41FA5}">
                      <a16:colId xmlns:a16="http://schemas.microsoft.com/office/drawing/2014/main" val="316259701"/>
                    </a:ext>
                  </a:extLst>
                </a:gridCol>
                <a:gridCol w="1454056">
                  <a:extLst>
                    <a:ext uri="{9D8B030D-6E8A-4147-A177-3AD203B41FA5}">
                      <a16:colId xmlns:a16="http://schemas.microsoft.com/office/drawing/2014/main" val="3451790099"/>
                    </a:ext>
                  </a:extLst>
                </a:gridCol>
              </a:tblGrid>
              <a:tr h="3597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NO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SKU</a:t>
                      </a:r>
                      <a:r>
                        <a:rPr lang="ko-KR" altLang="en-US" sz="1600" b="1" dirty="0"/>
                        <a:t> </a:t>
                      </a:r>
                      <a:r>
                        <a:rPr lang="en-US" altLang="ko-KR" sz="1600" b="1" dirty="0"/>
                        <a:t>No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SKU NAME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/>
                        <a:t>BOX </a:t>
                      </a:r>
                      <a:r>
                        <a:rPr lang="ko-KR" altLang="en-US" sz="1600" b="1"/>
                        <a:t>수량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/>
                        <a:t>수량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/>
                        <a:t>유통기한</a:t>
                      </a:r>
                      <a:r>
                        <a:rPr lang="en-US" altLang="ko-KR" sz="1600" b="1"/>
                        <a:t>/</a:t>
                      </a:r>
                    </a:p>
                    <a:p>
                      <a:pPr algn="ctr" latinLnBrk="1"/>
                      <a:r>
                        <a:rPr lang="ko-KR" altLang="en-US" sz="1600" b="1"/>
                        <a:t>제조일자</a:t>
                      </a:r>
                      <a:endParaRPr lang="en-US" altLang="ko-KR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075422"/>
                  </a:ext>
                </a:extLst>
              </a:tr>
              <a:tr h="3855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/>
                        <a:t>1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820278"/>
                  </a:ext>
                </a:extLst>
              </a:tr>
              <a:tr h="3855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2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400" b="1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009434"/>
                  </a:ext>
                </a:extLst>
              </a:tr>
              <a:tr h="3855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3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400" b="1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9095554"/>
                  </a:ext>
                </a:extLst>
              </a:tr>
              <a:tr h="3855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4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358975"/>
                  </a:ext>
                </a:extLst>
              </a:tr>
              <a:tr h="3855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5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595531"/>
                  </a:ext>
                </a:extLst>
              </a:tr>
              <a:tr h="3855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6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71086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B141956-16EC-4A82-FD42-ABBE51F8B481}"/>
              </a:ext>
            </a:extLst>
          </p:cNvPr>
          <p:cNvSpPr txBox="1"/>
          <p:nvPr/>
        </p:nvSpPr>
        <p:spPr>
          <a:xfrm>
            <a:off x="1986505" y="1623267"/>
            <a:ext cx="806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/>
              <a:t>업체명</a:t>
            </a:r>
            <a:r>
              <a:rPr kumimoji="1" lang="en-US" altLang="ko-KR" sz="2000" b="1" dirty="0"/>
              <a:t> </a:t>
            </a:r>
            <a:r>
              <a:rPr kumimoji="1" lang="ko-KR" altLang="en-US" sz="2000" b="1" dirty="0"/>
              <a:t>       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 주식회사 </a:t>
            </a:r>
            <a:r>
              <a:rPr kumimoji="1" lang="ko-KR" altLang="en-US" sz="2000" b="1" dirty="0" err="1"/>
              <a:t>페어리드림</a:t>
            </a:r>
            <a:r>
              <a:rPr kumimoji="1" lang="ko-KR" altLang="en-US" sz="2000" b="1" dirty="0"/>
              <a:t>   </a:t>
            </a:r>
            <a:r>
              <a:rPr kumimoji="1" lang="en-US" altLang="ko-KR" sz="2000" b="1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9E9E9F-A3AB-D2C4-F6D4-AC3630C80EE4}"/>
              </a:ext>
            </a:extLst>
          </p:cNvPr>
          <p:cNvSpPr txBox="1"/>
          <p:nvPr/>
        </p:nvSpPr>
        <p:spPr>
          <a:xfrm>
            <a:off x="2003263" y="1957386"/>
            <a:ext cx="806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/>
              <a:t>발주번호</a:t>
            </a:r>
            <a:r>
              <a:rPr kumimoji="1" lang="en-US" altLang="ko-KR" sz="2000" b="1" dirty="0"/>
              <a:t> </a:t>
            </a:r>
            <a:r>
              <a:rPr kumimoji="1" lang="ko-KR" altLang="en-US" sz="2000" b="1" dirty="0"/>
              <a:t>      </a:t>
            </a:r>
            <a:r>
              <a:rPr kumimoji="1" lang="en-US" altLang="ko-KR" sz="2000" b="1" dirty="0"/>
              <a:t>()</a:t>
            </a:r>
            <a:endParaRPr kumimoji="1"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98039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3806</TotalTime>
  <Words>47</Words>
  <Application>Microsoft Office PowerPoint</Application>
  <PresentationFormat>와이드스크린</PresentationFormat>
  <Paragraphs>18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Myung Sup Shin [ICQA]</dc:creator>
  <cp:lastModifiedBy>화영 이</cp:lastModifiedBy>
  <cp:revision>267</cp:revision>
  <cp:lastPrinted>2026-01-12T12:27:54Z</cp:lastPrinted>
  <dcterms:created xsi:type="dcterms:W3CDTF">2018-05-21T02:12:11Z</dcterms:created>
  <dcterms:modified xsi:type="dcterms:W3CDTF">2026-02-09T06:55:35Z</dcterms:modified>
</cp:coreProperties>
</file>